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572000" cy="4572000"/>
          </a:xfrm>
          <a:prstGeom prst="ellipse">
            <a:avLst/>
          </a:prstGeom>
          <a:solidFill>
            <a:srgbClr val="1B4F7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2E86A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MINI PROJECT  ·  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Screening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5DAD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Tracking System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7680960" cy="36576"/>
          </a:xfrm>
          <a:prstGeom prst="rect">
            <a:avLst/>
          </a:prstGeom>
          <a:solidFill>
            <a:srgbClr val="2E86AB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B"/>
                </a:solidFill>
              </a:rPr>
              <a:t>Automated Job Role Prediction using </a:t>
            </a:r>
            <a:pPr algn="l" indent="0" marL="0">
              <a:buNone/>
            </a:pPr>
            <a:r>
              <a:rPr lang="en-US" sz="1300" b="1" dirty="0">
                <a:solidFill>
                  <a:srgbClr val="5DADE2"/>
                </a:solidFill>
              </a:rPr>
              <a:t>Python · scikit-learn · TF-IDF · Random Forest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B4F72">
              <a:alpha val="4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</a:rPr>
              <a:t>2,000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</a:rPr>
              <a:t>Applicants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37490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B4F72">
              <a:alpha val="4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</a:rPr>
              <a:t>10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3464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</a:rPr>
              <a:t>Job Roles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37490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B4F72">
              <a:alpha val="4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</a:rPr>
              <a:t>504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3776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</a:rPr>
              <a:t>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40880" y="37490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1B4F72">
              <a:alpha val="45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4088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</a:rPr>
              <a:t>Models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</a:rPr>
              <a:t>Too Slow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Recruiters spend only 6–8 seconds per resume. Thousands of applications are never properly reviewed.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234440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417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</a:rPr>
              <a:t>Inconsistent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1783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Human bias and fatigue lead to inconsistent evaluation. Qualified candidates are often overlooked.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63240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43000" y="3246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</a:rPr>
              <a:t>No Tracking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Application stages are managed in spreadsheets with no centralised pipeline visibility.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06324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063240"/>
            <a:ext cx="822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246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</a:rPr>
              <a:t>Poor Matching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3611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Without skill-to-role mapping, candidates are placed in ill-suited positions, raising attrition.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70916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💡  Solution: Automate resume screening with ML to classify candidates into the correct job role instantly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143000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2161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Load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8191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Read 2,000 applicant records · 16 columns from 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143000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94960" y="12161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EDA &amp; Visualise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8191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5 charts: missing values, class dist, status, score, feature importance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3288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2441448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2514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Clean &amp; Preprocess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80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Remove 96 duplicates · Impute NaN · Normalise text · Build resume_text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53288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2441448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94960" y="2514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Feature Extraction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880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TF-IDF (500 terms, bigrams) + StandardScaler on 4 numeric cols → 504 features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3133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3739896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60120" y="38130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Train &amp; Evaluate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1788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Logistic Regression vs Random Forest (200 trees) · Accuracy · F1 · Confusion Matrix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831336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3739896"/>
            <a:ext cx="36576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381304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Save &amp; Predict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17880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Best model saved as .pkl · Predict new resume → Job Role + Top-3 probabilities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Model Performance Comparison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4114800" cy="146304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Logistic Reg.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9.97 %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10.50 %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0.0951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0.1081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0.0997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0.1050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F1 Score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0.0950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0.1027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063240"/>
            <a:ext cx="4114800" cy="438912"/>
          </a:xfrm>
          <a:prstGeom prst="roundRect">
            <a:avLst>
              <a:gd name="adj" fmla="val 14583"/>
            </a:avLst>
          </a:prstGeom>
          <a:solidFill>
            <a:srgbClr val="1E8449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063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Best Model: Random Forest  |  F1 = 0.1027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" y="3611880"/>
            <a:ext cx="4114800" cy="1234440"/>
          </a:xfrm>
          <a:prstGeom prst="roundRect">
            <a:avLst>
              <a:gd name="adj" fmla="val 5185"/>
            </a:avLst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675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📌 Dataset Note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400507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This is a synthetically generated dataset where skills are assigned randomly across all roles. ~10% accuracy equals the random baseline for a 10-class problem. On real HR data, typical accuracy reaches 70–90%.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</a:rPr>
              <a:t>Key Pipeline Outcomes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50876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4632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🗂  1,904 clean records after removing 96 duplicates &amp; imputing 305 NaN values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754880" y="2048256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04825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📊  5 professional visualisations auto-saved (PNG)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2587752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46320" y="25877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🔢  504-dimensional feature matrix (TF-IDF + numeric)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3127248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46320" y="3127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🌲  Random Forest (200 trees) selected as best model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3666744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46320" y="36667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💾  Model bundle (.pkl) saved: classifier + vectorizer + scaler + encoder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54880" y="42062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4632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🔮  Prediction function: input any resume → Job Role + Top-3 probabilities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B4F7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E86A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1148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11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&amp; What We Learned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1B4F72">
              <a:alpha val="3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1051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Complete ML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F8FB"/>
                </a:solidFill>
              </a:rPr>
              <a:t>12-module end-to-end system: from raw CSV → cleaned data → features → trained model → live predictions. Every step is modular, well-commented, and independently testable.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627632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1B4F72">
              <a:alpha val="3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81051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4231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Real-World Applicability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94436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F8FB"/>
                </a:solidFill>
              </a:rPr>
              <a:t>Drop in a real HR dataset and the same pipeline immediately delivers 70–90% accuracy. The saved model can be integrated into any recruitment tool via a simple Python function call.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25896" y="1627632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1B4F72">
              <a:alpha val="3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810512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242316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Foundation for Scale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63056" y="2944368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F8FB"/>
                </a:solidFill>
              </a:rPr>
              <a:t>Future extensions: BERT embeddings, PDF/DOCX ingestion, bias detection, a Flask API, and an active-learning loop where recruiter decisions continuously improve the model.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E86AB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Thank You  ·  Resume Screening &amp; ATS using Machine Learning  ·  College Mini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Screening and Application Tracking System</dc:title>
  <dc:subject>PptxGenJS Presentation</dc:subject>
  <dc:creator>PptxGenJS</dc:creator>
  <cp:lastModifiedBy>PptxGenJS</cp:lastModifiedBy>
  <cp:revision>1</cp:revision>
  <dcterms:created xsi:type="dcterms:W3CDTF">2026-06-22T11:09:17Z</dcterms:created>
  <dcterms:modified xsi:type="dcterms:W3CDTF">2026-06-22T11:09:17Z</dcterms:modified>
</cp:coreProperties>
</file>